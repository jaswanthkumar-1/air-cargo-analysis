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Cargo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Course-End Project | Database &amp; SQL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572000" cy="457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65176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265176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265176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A58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Aviation  |  Tools: MySQL  |  Techniques: Joins · Views · Procedures · Cursors · Window Functions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77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77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Cargo is an aviation company providing air transportation services for passengers and freight.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wants to prepare reports on: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Regular (frequent) passengers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Busiest routes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sales details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operational scenarios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ease of travel and booking for customers.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416052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778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160520" cy="47548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26187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9844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regular customers → provide offers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810512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81051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84708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Analyze busiest routes → plan aircraft needs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359152"/>
            <a:ext cx="4160520" cy="47548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35915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39572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Prepare ticket sales analysis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90779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294436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Build ER diagram for the airline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456432"/>
            <a:ext cx="4160520" cy="47548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3456432"/>
            <a:ext cx="54864" cy="47548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493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Write 20 SQL queries covering DDL, DML, Views, Stored Procedures, Functions, Cursors &amp; Window Functions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4 Tables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8404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850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first_name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date_of_birth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4206240" cy="38404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passengers_on_flights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customer_id (FK)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aircraft_id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route_id (FK)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86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 / arrival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069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seat_num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434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travel_date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617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flight_num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777240"/>
            <a:ext cx="420624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822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ticket_details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18120" y="850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234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p_date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417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customer_id (FK)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1600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aircraft_id (FK)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1965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no_of_tickets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2148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a_code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331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price_per_ticket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2514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8036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880360"/>
            <a:ext cx="4206240" cy="38404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926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18120" y="2953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rows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337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route_id (PK)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5204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flight_num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703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origin_airport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886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destination_airport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069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aircraft_id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2519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distance_miles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Create Table with Constraints  |  Q3: Passengers on Routes 01–25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1031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Create route_details Table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route_details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route_id     INT        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flight_num   INT        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origin_airport    VARCHAR(50),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destination_airport VARCHAR(50),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aircraft_id  VARCHAR(20)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distance_miles INT       NOT NULL,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uq_route_id UNIQUE (route_id),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chk_flight  CHECK (flight_num &gt; 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 chk_dist    CHECK (distance_miles &gt; 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 Applied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UNIQUE constraint on route_id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CHECK: flight_num &gt;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CHECK: distance_miles &gt;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created successfully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20624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44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Passengers on Routes 01–25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346704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passengers_on_flights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route_id BETWEEN 1 AND 25;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1752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044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(26 rows)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31012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337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passengers found on routes 1–25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2102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6484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include: JFK→LAX, DEN→LAX,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93192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ABI→ADK, ANI→BGR, LAX→JFX...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24281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270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Economy, Business, First Class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Q2: Constraints ensure data integrity — no negative distances or duplicate routes. Q3: 26 of 50 passengers travelled on short-range routes (1–25).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Business Class Revenue  |  Q5: Customer Full Names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— Business Class Passengers &amp;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num_passengers,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SUM(no_of_tickets * price_per_ticket)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total_revenue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ticket_details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class_id = 'Bussiness';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1920240" cy="192024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914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777240"/>
            <a:ext cx="2103120" cy="1920240"/>
          </a:xfrm>
          <a:prstGeom prst="rect">
            <a:avLst/>
          </a:prstGeom>
          <a:solidFill>
            <a:srgbClr val="17A58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914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$6,034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Class)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1645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 — Full Name of 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163824"/>
            <a:ext cx="4023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CONCAT(first_name,' ',last_name)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full_name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346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(50 rows)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272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54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→  Julie Sam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4381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465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→  Steve Ryan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7490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776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→  Morris Lois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0599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087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...50 customers total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Q4: Business class generated $6,034 revenue from 13 passengers. Q5: CONCAT merges first &amp; last name for all 50 customers.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Q6: Registered &amp; Booked Customers  |  Q7: Emirates Customers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 — Customers Registered AND Booked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c.customer_id,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c.first_name, c.last_name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ticket_details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t.customer_id;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(33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customers matched (out of 50)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1,2,4,5,7,8,9,10,11...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ensures both registered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have a ticket booked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Q7 — Customers Who Flew Emirates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40233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c.first_name, c.last_name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ticket_details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t.customer_id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t.brand = 'Emirates';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8346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(14 rows)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1272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154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customers flew Emirates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381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465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Cherly Vernon, Cathenna Emily,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776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 Stewart, Leo Travis,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0599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087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Walson, Moss Morris...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Q6: 33 of 50 customers (66%) have both registered and booked. Q7: Emirates is the brand with 14 customers — the largest customer base.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Q8: Economy Plus Customers  |  Q9: Revenue &gt; 10,000 Check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Q8 — Economy Plus (GROUP BY + HAVING)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COUNT(*) AS trips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passengers_on_flights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class_id = 'Economy Plus'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&gt;= 1;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(9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customers in Economy Plus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19 → 2 trips (most)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1,8,11,17,22,32,47,50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with 1 Economy Plus trip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Q9 — Revenue Crossed 10,000? (IF Clause)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40233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SUM(no_of_tickets*price_per_ticket)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total_revenue,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IF(SUM(no_of_tickets*price_per_ticket)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&gt;10000,'Yes','No')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crossed_10000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ticket_details;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06240" cy="17373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$15,369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663440" y="3794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|  Crossed $10,000 → YES 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Q8: Only 9 customers flew Economy Plus — niche class. Q9: Total revenue is $15,369 — comfortably crossed the $10,000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Q10: Create User &amp; Grant Access  |  Q11: Max Price (Window Function)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Q10 — Create User &amp; Grant Access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'air_cargo_user'@'localhost'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IDENTIFIED BY 'Password@123';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UPDATE, 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air_cargo.*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'air_cargo_user'@'localhost';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Granted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air_cargo_user@localhost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Privileges: SELECT, INSERT,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DELETE on air_cargo.*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FLUSH PRIVILEGES applied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06240" cy="1554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53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Q11 — Max Price Per Class (Window Function)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255264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class_id,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MAX(price_per_ticket)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 (PARTITION BY class_id)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max_price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ticket_details;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926080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92608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53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(4 rows)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246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    →  $510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958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5570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      →  $190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84048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8679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Plus  →  $295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15137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178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  →  $395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Q10: Role-based access control secures the DB. Q11: Window functions with PARTITION BY give max price per class without collapsing rows.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Q12: Index + Route 4  |  Q13: EXPLAIN  |  Q14: ROLLUP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Q12 — Index + Route 4 Passengers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index for performance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idx_route_id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passengers_on_flights(route_id);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Fetch passengers on route 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passengers_on_flights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route_id = 4;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(3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passengers on route 4 (JFK→LAX)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2: Economy  | 01-Sep-2018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4: First Class | 30-Apr-2020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11: Business | 09-Nov-2020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1920240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1920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62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Q13 — Execution 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1737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passengers_on_flights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route_id = 4;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Shows index usage, rows scanned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type: ref, key: idx_route_id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2834640"/>
            <a:ext cx="2148840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31720" y="2834640"/>
            <a:ext cx="21488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8620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Q14 — ROLLUP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3163824"/>
            <a:ext cx="19659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aircraft_id,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SUM(no_of_tickets*price_per_ticket)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total_price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ticket_details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customer_id, aircraft_id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ROLLUP;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8346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272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154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rows + subtotals per customer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4381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4655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1: CRJ900→$320, ERJ142→$250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7490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776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11: 767-301ER→$930 (highest)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0599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087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included via ROLLUP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Q12: Index on route_id speeds up filter queries. Q13: EXPLAIN confirms index usage. Q14: ROLLUP adds subtotals and grand total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Q15: Business Class View  |  Q16: Stored Procedure (Route Range)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2860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Q15 — Create Business Class 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business_class_customers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t.customer_id,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c.first_name, c.last_name,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t.class_id, t.brand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ticket_details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t.customer_id = c.customer_id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t.class_id = 'Bussiness';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business_class_customers;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Output (13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business class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Emirates: Anderson, Roger, Moss,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Aaron, Steve, Russell...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Qatar/British Airways also present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420624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0040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27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Q16 — Stored Procedure with Error Handler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529584"/>
            <a:ext cx="4023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get_passengers_by_route_range(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p_start INT, IN p_end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CONTINUE HANDLER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'Error: Table not found';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passengers_on_flights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route_id BETWEEN p_start AND p_end;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get_passengers_by_route_range(1,25);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2004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20040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227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9300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520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accepts start &amp; end route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80390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831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passengers in range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11480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142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handler returns message if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42569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453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missing — runtime safe 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Q15: Views abstract complex joins — reusable and secure. Q16: Stored procedure with error handler makes the query runtime-safe.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Q17: Routes &gt; 2000 Miles  |  Q18: Distance Categories SDT/IDT/LDT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Q17 — Routes with Distance &gt; 2000 Miles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get_long_routes()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routes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distance_miles &gt; 2000;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get_long_routes();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routes over 2000 miles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long-haul international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like 4962 mi, 3466 mi etc.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aircraft planning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20624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62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Q18 — Distance Categorization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4023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categorize_distance()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route_id, distance_miles,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distance_miles&lt;=2000 THEN 'SDT'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distance_miles&lt;=6500 THEN 'IDT'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'LDT'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distance_category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routes;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categorize_distance();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1280160" cy="18288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6344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Distance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2,000 miles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834640"/>
            <a:ext cx="1280160" cy="18288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2001–6500 miles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2834640"/>
            <a:ext cx="1280160" cy="18288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98080" y="29260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98080" y="3566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Distance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6,500 miles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Q17: Long-route procedure helps Air Cargo identify routes needing larger aircraft. Q18: Three-category system (SDT/IDT/LDT) aids fleet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Q19: Complimentary Services Function  |  Q20: Cursor — Last Name Scott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423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Q19 — Stored Function + Procedure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06424"/>
            <a:ext cx="402336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Stored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FUNCTION get_complimentary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(class VARCHAR(50)) RETURNS VARCHAR(3)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class IN ('Bussiness','Economy Plus')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RETURN 'Yes';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RETURN 'No'; END IF;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Procedure calling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get_ticket_with_complimentary()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p_date, customer_id, class_id,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get_complimentary(class_id)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complimentary_services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ticket_details;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777240"/>
            <a:ext cx="420624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804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(50 rows)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6984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  → Yes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8074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Plus → Yes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     → No 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 → No 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1343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 with complimentary flag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4206240" cy="1691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37560"/>
            <a:ext cx="420624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649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Q20 — Cursor: First 'Scott' Customer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666744"/>
            <a:ext cx="40233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$$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get_first_scott()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done INT DEFAULT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scott_cursor CURSOR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 FROM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last_name LIKE '%Scott';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CONTINUE HANDLER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NOT FOUND SET done=1;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 scott_cursor;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 scott_cursor INTO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done THEN SELECT ...; END IF;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 scott_cursor;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$$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337560"/>
            <a:ext cx="4206240" cy="29260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3649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(1 row)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30168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657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: 37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941064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968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  : Samuel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251960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279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   : Scott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562856"/>
            <a:ext cx="42062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        : 28-01-2000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873752"/>
            <a:ext cx="4206240" cy="310896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901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     : 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44531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Q19: Stored function reused inside procedure — modular design. Q20: Cursor fetches only the FIRST matching record — memory efficient.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Business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Busiest Route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4 (JFK → LAX) is the most travelled route with 3 passengers across Economy, Business &amp; First Class.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Milestone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 revenue is $15,369 — crossed the $10,000 threshold. Business class alone contributed $6,034.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Airline Brand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leads with 14 customer bookings — the most popular airline brand in the dataset.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914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29844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max: $510/ticket. First Class: $395. Economy Plus: $295. Economy: $190.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12848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Engagement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68833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 50 registered customers (66%) have booked at least one ticket. 9 customers opted for Economy Plus.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23444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02736"/>
            <a:ext cx="548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🛩️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36941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Planning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7822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categorization (SDT/IDT/LDT) enables Air Cargo to optimize aircraft assignments per route length.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Cargo Analysis</dc:title>
  <dc:subject>PptxGenJS Presentation</dc:subject>
  <dc:creator>PptxGenJS</dc:creator>
  <cp:lastModifiedBy>PptxGenJS</cp:lastModifiedBy>
  <cp:revision>1</cp:revision>
  <dcterms:created xsi:type="dcterms:W3CDTF">2026-04-15T08:53:11Z</dcterms:created>
  <dcterms:modified xsi:type="dcterms:W3CDTF">2026-04-15T08:53:11Z</dcterms:modified>
</cp:coreProperties>
</file>